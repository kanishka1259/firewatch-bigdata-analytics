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REVIEW 3 • BIG DATA ANALYTICS PROJECT PRESENTATION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Temporal Dynamics, Diurnal Energetics &amp;</a:t>
            </a:r>
            <a:br/>
            <a:r>
              <a:t>Distributed Big Data Processing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Module Presenter: Member 2  |  Dataset: NASA VIIRS Global Thermal Anomalies (9.51 Million Rows)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</a:defRPr>
            </a:pPr>
            <a:r>
              <a:t>MEMBER 2 • TEMPORAL DYNAMICS &amp; DISTRIBUTED BIG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Distributed PySpark Pipeline &amp; High-Throughput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Key Architectural Highlights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Data Ingestion Scale: </a:t>
            </a:r>
            <a:r>
              <a:rPr sz="1250">
                <a:solidFill>
                  <a:srgbClr val="E2E8F0"/>
                </a:solidFill>
              </a:rPr>
              <a:t>Ingested and cleansed 9,510,032 NASA VIIRS records without memory overflow or row dropping.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Distributed Engine: </a:t>
            </a:r>
            <a:r>
              <a:rPr sz="1250">
                <a:solidFill>
                  <a:srgbClr val="E2E8F0"/>
                </a:solidFill>
              </a:rPr>
              <a:t>Engineered an Apache PySpark 4.2.0 pipeline running on Java 21 utilizing lazy evaluation &amp; Catalyst optimizations.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Execution Benchmark: </a:t>
            </a:r>
            <a:r>
              <a:rPr sz="1250">
                <a:solidFill>
                  <a:srgbClr val="E2E8F0"/>
                </a:solidFill>
              </a:rPr>
              <a:t>Completed the end-to-end multi-dimensional aggregation in 31.75 seconds (~299,571 records/sec throughput).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Data Cleansing Integrity: </a:t>
            </a:r>
            <a:r>
              <a:rPr sz="1250">
                <a:solidFill>
                  <a:srgbClr val="E2E8F0"/>
                </a:solidFill>
              </a:rPr>
              <a:t>Applied strict schema enforcement, eliminating null coordinates and validating positive FRP values.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228600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Pipeline Parameter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Technical Implementation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Total Dataset Volume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9,510,032 records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Full NASA VIIRS 375m Archive (2025–2026)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Distributed Framework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Apache PySpark 4.2.0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Java 21 JVM HotSpot &amp; Catalyst Optimizer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Pipeline Runtime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31.75 seconds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High-throughput in-memory DAG processing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Processing Velocity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~299,571 rows/sec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Scalable multi-core executor parallelization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Data Quality Audit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0 null values, valid schema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PySpark DataFrame native cleansing filters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2_runtim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663440"/>
            <a:ext cx="5120640" cy="1264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</a:defRPr>
            </a:pPr>
            <a:r>
              <a:t>MEMBER 2 • TEMPORAL DYNAMICS &amp; DISTRIBUTED BIG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Temporal Dynamics &amp; Seasonal Anomaly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Temporal Discovery Highlights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Single Peak Day: </a:t>
            </a:r>
            <a:r>
              <a:rPr sz="1250">
                <a:solidFill>
                  <a:srgbClr val="E2E8F0"/>
                </a:solidFill>
              </a:rPr>
              <a:t>16 October 2025 recorded the global peak with 66,867 fire detections emitting 675,835 MW radiative energy.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Volume vs. Intensity Paradox: </a:t>
            </a:r>
            <a:r>
              <a:rPr sz="1250">
                <a:solidFill>
                  <a:srgbClr val="E2E8F0"/>
                </a:solidFill>
              </a:rPr>
              <a:t>January 2026 had the highest fire volume (1.53M fires), but June 2026 had the highest average intensity (10.32 MW/fire).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Sensor Outage Audit: </a:t>
            </a:r>
            <a:r>
              <a:rPr sz="1250">
                <a:solidFill>
                  <a:srgbClr val="E2E8F0"/>
                </a:solidFill>
              </a:rPr>
              <a:t>Discovered and isolated an official 39-day NASA VIIRS ground-station outage, preventing skew in seasonal trends.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Seasonal Distribution: </a:t>
            </a:r>
            <a:r>
              <a:rPr sz="1250">
                <a:solidFill>
                  <a:srgbClr val="E2E8F0"/>
                </a:solidFill>
              </a:rPr>
              <a:t>Late autumn and early winter agricultural burns dominate frequency, while boreal summer drives extreme energy.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210312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Temporal Dimension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Recorded Metric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Analytical Finding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Peak Wildfire Day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16 Oct 2025 (66,867 fires)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Global maximum thermal outbreak &amp; 675,835 MW FRP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Highest Volume Month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Jan 2026 (1,532,410 fires)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High frequency, moderate average intensity (6.81 MW)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Highest Energy Month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Jun 2026 (10.32 MW mean FRP)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Intense boreal crown wildfires releasing extreme heat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Telemetry Gap Audit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39-Day VIIRS archival gap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Ground station anomaly handled without data corruption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Secondary Peak Date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15 Oct 2025 (63,222 fires)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Multi-day catastrophic wildfire outbreak cluster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ember2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61772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</a:defRPr>
            </a:pPr>
            <a:r>
              <a:t>MEMBER 2 • TEMPORAL DYNAMICS &amp; DISTRIBUTED BIG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Diurnal Energetics &amp; WARD Emergency Decision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Diurnal Cycle &amp; Decision Rules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Solar Convection Peak: </a:t>
            </a:r>
            <a:r>
              <a:rPr sz="1250">
                <a:solidFill>
                  <a:srgbClr val="E2E8F0"/>
                </a:solidFill>
              </a:rPr>
              <a:t>30.0% of all global fires occur within the two-hour window between 11:00 and 12:00 UTC (2.85M detections).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Day vs. Night Contrast: </a:t>
            </a:r>
            <a:r>
              <a:rPr sz="1250">
                <a:solidFill>
                  <a:srgbClr val="E2E8F0"/>
                </a:solidFill>
              </a:rPr>
              <a:t>Daytime detections account for 76.2% (7.25M), while nighttime detections represent 23.8% (2.26M).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Nocturnal Threat Escalation: </a:t>
            </a:r>
            <a:r>
              <a:rPr sz="1250">
                <a:solidFill>
                  <a:srgbClr val="E2E8F0"/>
                </a:solidFill>
              </a:rPr>
              <a:t>Fires sustaining high FRP at night indicate dangerous crown fires breaking through thermal inversion layers.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WARD Dispatch Protocol: </a:t>
            </a:r>
            <a:r>
              <a:rPr sz="1250">
                <a:solidFill>
                  <a:srgbClr val="E2E8F0"/>
                </a:solidFill>
              </a:rPr>
              <a:t>Nighttime fires with FRP &gt;= 30 MW bypass standard triage and trigger immediate Level-1 aerial dispatch.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Diurnal Metric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Daytime (D)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Nighttime (N)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Operational Action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Detection 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7,249,150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2,260,882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Daytime solar tracking vs nighttime triage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Detection Share (%)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23.8%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Resource scheduling synchronized with peaks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FRP (MW)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8.14 MW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7.92 MW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Comparable energy despite lower night 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Peak Detection Window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11:00 – 12:00 UTC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Reduced activity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Maximum standby response during solar peak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WARD Critical Rule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FRP &gt;= 50 MW alert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FRP &gt;= 30 MW alert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Automatic Level-1 emergency aerial dispatch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ember2_hourl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617720"/>
            <a:ext cx="512064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</a:defRPr>
            </a:pPr>
            <a:r>
              <a:t>MEMBER 2 • TEMPORAL DYNAMICS &amp; DISTRIBUTED BIG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 &amp; Temporal Leakage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Model Validation &amp; Performance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Data Leakage Hazard: </a:t>
            </a:r>
            <a:r>
              <a:rPr sz="1250">
                <a:solidFill>
                  <a:srgbClr val="E2E8F0"/>
                </a:solidFill>
              </a:rPr>
              <a:t>Random train/test splits leak future seasonal information into training sets, creating artificially inflated accuracy.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Forward-Chronological Split: </a:t>
            </a:r>
            <a:r>
              <a:rPr sz="1250">
                <a:solidFill>
                  <a:srgbClr val="E2E8F0"/>
                </a:solidFill>
              </a:rPr>
              <a:t>Trained model strictly on 2025 data and validated on subsequent 2026 data to replicate real deployment.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Realistic Generalization: </a:t>
            </a:r>
            <a:r>
              <a:rPr sz="1250">
                <a:solidFill>
                  <a:srgbClr val="E2E8F0"/>
                </a:solidFill>
              </a:rPr>
              <a:t>Achieved 71.19% test accuracy with 0.8415 ROC-AUC under strict forward-temporal evaluation.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Ultra-Low Latency Inference: </a:t>
            </a:r>
            <a:r>
              <a:rPr sz="1250">
                <a:solidFill>
                  <a:srgbClr val="E2E8F0"/>
                </a:solidFill>
              </a:rPr>
              <a:t>Scoring latency of 0.002 ms per record enables real-time edge processing on incoming satellite feeds.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Validation Strategy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Deployment Reliability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Random Shuffled Split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74.72%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0.8650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Over-optimistic (Suffers temporal leakage)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Forward-Temporal Split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71.19%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0.8415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Production-Realistic (True out-of-time test)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0.002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Edge-deployable for real-time VIIRS feeds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Primary Feature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T21 Brightness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Gain: 0.42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Strongest predictor of rapid fire escalation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Secondary Feature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Fire Radiative Power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Gain: 0.31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Quantifies convective combustion energy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l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6177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</a:defRPr>
            </a:pPr>
            <a:r>
              <a:t>MEMBER 2 • TEMPORAL DYNAMICS &amp; DISTRIBUTED BIG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Integration &amp; Review 3 Technical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Deliverables &amp; Integration Status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REST API Delivery: </a:t>
            </a:r>
            <a:r>
              <a:rPr sz="1250">
                <a:solidFill>
                  <a:srgbClr val="E2E8F0"/>
                </a:solidFill>
              </a:rPr>
              <a:t>Engineered Flask `/api/temporal` and `/api/ml/predict` endpoints responding in sub-25ms.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Interactive UI Sync: </a:t>
            </a:r>
            <a:r>
              <a:rPr sz="1250">
                <a:solidFill>
                  <a:srgbClr val="E2E8F0"/>
                </a:solidFill>
              </a:rPr>
              <a:t>Connected PySpark aggregation tables to the Leaflet.js dashboard with a synchronized temporal scrubber.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Automated Test Suite: </a:t>
            </a:r>
            <a:r>
              <a:rPr sz="1250">
                <a:solidFill>
                  <a:srgbClr val="E2E8F0"/>
                </a:solidFill>
              </a:rPr>
              <a:t>Passed 10 out of 10 automated test suites with 100% pass rate validating pipeline reliability.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FFFFFF"/>
                </a:solidFill>
              </a:rPr>
              <a:t>•  Production Readiness: </a:t>
            </a:r>
            <a:r>
              <a:rPr sz="1250">
                <a:solidFill>
                  <a:srgbClr val="E2E8F0"/>
                </a:solidFill>
              </a:rPr>
              <a:t>Lightweight SQLite caching and pre-computed aggregation cubes guarantee seamless examiner demos.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 Component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 Details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Temporal REST API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Flask `/api/temporal` JSON endpoints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Sub-25ms response time; verified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Interactive UI Scrubber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Leaflet.js temporal playback slider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Fully synced with PySpark aggregations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ML Prediction Endpoint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Flask `/api/ml/predict` microservice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0.002 ms inference latency; operational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Automated Test Suite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10 Automated unit &amp; integration tests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100% Pass Rate (10/10 tests passed)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Data Artifacts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Cleaned parquet/CSV &amp; high-res charts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</a:defRPr>
                      </a:pPr>
                      <a:r>
                        <a:t>Committed to repository and documented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17_code_architectu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617720"/>
            <a:ext cx="5120640" cy="1242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